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8740" autoAdjust="0"/>
    <p:restoredTop sz="94660"/>
  </p:normalViewPr>
  <p:slideViewPr>
    <p:cSldViewPr snapToGrid="0">
      <p:cViewPr>
        <p:scale>
          <a:sx n="100" d="100"/>
          <a:sy n="100" d="100"/>
        </p:scale>
        <p:origin x="1104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04F67-5D9D-9F44-F30B-21AD42E83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9F1B5F-4B5B-9B09-7ECC-F398F13ED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77235F-DEF2-3078-6D98-599675CD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14F8-701A-4887-95AF-C7C3D7C1036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3E1CAF-3E25-5004-E87A-090D32893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A70079-CD4D-6B75-2C98-587379421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75A56-0B95-46FF-A295-311D022DC5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221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52D96-71FB-83D3-8E62-63466A996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107E06-66A5-0072-35AB-26F53D3D6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36543E-A6D7-1BB1-0E00-E9AC15AF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14F8-701A-4887-95AF-C7C3D7C1036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7C4381-DB0F-32F1-A657-A57186F4D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F76E20-8FFF-6DCA-E979-7A2299AD9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75A56-0B95-46FF-A295-311D022DC5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895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EB0D2-31DE-9B39-343E-D9B3395FA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3470B5-5BAE-C2C6-6592-6E9208CF0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5F8BF2-52A3-E19A-86BD-D3E88750C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14F8-701A-4887-95AF-C7C3D7C1036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607693-E478-9184-14AD-6F515E7D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DFE9F5-AB84-EF6F-FBE9-30A79C52D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75A56-0B95-46FF-A295-311D022DC5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339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6E494D-6AE7-2EDF-C942-91E68FF34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B13C2C-D88A-CD86-BBA1-24B268BE7D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AEDE2C-C58B-0775-B7A1-3880CE29B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DD70F1-0734-C784-461D-6339FACC4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14F8-701A-4887-95AF-C7C3D7C1036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1D8CD6-6379-5E24-7550-073DE4FA5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9CF3E4-1593-42B4-61F2-E9CA451E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75A56-0B95-46FF-A295-311D022DC5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3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F45A1-76D7-C137-0636-775A14D61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D248B6-A0EB-EA07-A23D-7DD3DA068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235CD5-CA50-5827-C348-70AE9C0D3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243EC5-D5E7-0F61-1251-4E9D486B3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67731B-7D3B-6031-5F13-7FA5AA38C5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869036E-4A96-7FBC-F3B5-501260BCE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14F8-701A-4887-95AF-C7C3D7C1036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EA1FC91-96BA-798E-8AEA-AA1631907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A2C3CEC-2900-8E91-3E18-C3794F17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75A56-0B95-46FF-A295-311D022DC5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103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8D9FFE-9B26-7738-8A44-6DBABBC79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DE8473-AC20-82CA-2054-2E3C413B2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14F8-701A-4887-95AF-C7C3D7C1036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4F46E2-04E5-2B29-E5CF-7CA4F26E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00119A-4B7A-D0DC-CCA8-BAC93F0BD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75A56-0B95-46FF-A295-311D022DC5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590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30CD38-E0C7-E23B-23EB-90168A84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14F8-701A-4887-95AF-C7C3D7C1036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3A392E-D0F3-43AD-9F76-EBF92CBC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B0E81E-8594-A582-FE2A-D7303969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75A56-0B95-46FF-A295-311D022DC5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017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CD0036-BF89-0544-4D03-268C70431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5B8908-E7B6-9F8D-4991-2624D48D0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01F91D-2798-D6B5-9A82-2DD22A8EB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C5AF39-D456-4983-A598-566B0EF34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14F8-701A-4887-95AF-C7C3D7C1036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5BA32E-DB9D-C3BC-4688-D2981909E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F0E5F1-07B2-00C9-9D28-625685EB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75A56-0B95-46FF-A295-311D022DC5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26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3D9D0-6C2E-F188-6B79-0633FC8C5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87F2C1-0CE3-F060-9D5E-611771DB2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ABEFB6-5E5F-D6CA-2BEA-2C4443E05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76E37C-161F-CB53-41F8-FAA8731BF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14F8-701A-4887-95AF-C7C3D7C1036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7C25A6-6520-B750-8935-E609D857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F27968-9F4D-1890-27E4-7B20A7EE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75A56-0B95-46FF-A295-311D022DC5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006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99381F-4859-5781-AFE6-28FB64FA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733745-F032-5356-0487-33B09B1D0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52A982-3EC7-622A-691D-A90CC15E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14F8-701A-4887-95AF-C7C3D7C1036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C840D5-0418-A39E-DEB5-BAE16ADC6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36F542-7F31-FCFC-9CFF-D45C7E331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75A56-0B95-46FF-A295-311D022DC5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845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BCBA20E-BA2D-7D88-C7B9-220BD40D5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DC1C83-FC00-8C64-7DAF-1B7F366C2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B03284-2119-A7C6-12E7-DA514D66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F14F8-701A-4887-95AF-C7C3D7C1036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0CEBA2-628F-DF7E-5B51-B1451054A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5160EE-BE10-7352-821B-8A91B1EBE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75A56-0B95-46FF-A295-311D022DC5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704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2EEB06E-F06E-3B54-3518-941D75223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E3C674-812B-239E-81F4-D35584B7C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573BE8-1C0C-6B87-140A-B9D5447D7A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F14F8-701A-4887-95AF-C7C3D7C10364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29EE1D-D70B-65E0-279A-21476E60C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997724-B7A4-4BC9-FB26-6D96558E64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75A56-0B95-46FF-A295-311D022DC5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80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FC2DA-5572-0BD9-1F28-40560390C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Infection Waves in the SEIR Model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E45A-660D-E6CC-B7C5-6A44F438A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79493" cy="4351338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Hypothesis: I expected several infection waves because the exposed stage slows down the spread.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Verdict: Partially Supported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Numbers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peak: Day 61.7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infected: 317.6 people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peaks detected</a:t>
            </a:r>
          </a:p>
          <a:p>
            <a:pPr marL="457200" lvl="1" indent="0">
              <a:buNone/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Lesson Learned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Birth continuously added new susceptible people, developed multiple waves together with exposed stage.</a:t>
            </a:r>
          </a:p>
          <a:p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7A4A2D0-2F5C-3051-D523-FD76D229B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525" y="2304282"/>
            <a:ext cx="6780167" cy="308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55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59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Calibri</vt:lpstr>
      <vt:lpstr>Office 主题​​</vt:lpstr>
      <vt:lpstr>Multiple Infection Waves in the SEIR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Sun, Yingchuan</dc:creator>
  <cp:lastModifiedBy>Sun, Yingchuan</cp:lastModifiedBy>
  <cp:revision>1</cp:revision>
  <dcterms:created xsi:type="dcterms:W3CDTF">2026-10-16T21:44:54Z</dcterms:created>
  <dcterms:modified xsi:type="dcterms:W3CDTF">2026-10-16T21:54:59Z</dcterms:modified>
</cp:coreProperties>
</file>